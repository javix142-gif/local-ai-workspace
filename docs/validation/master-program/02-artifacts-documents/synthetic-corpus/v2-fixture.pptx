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master"/>
  </p:sldMasterIdLst>
  <p:sldIdLst>
    <p:sldId id="256" r:id="rId1"/>
    <p:sldId id="257" r:id="rId2"/>
  </p:sldIdLst>
  <p:sldSz cx="12192000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master" Type="http://schemas.openxmlformats.org/officeDocument/2006/relationships/slideMaster" Target="slideMasters/slideMaster1.xml"/></Relationships>
</file>

<file path=ppt/slideLayouts/_rels/slideLayout1.xml.rels><?xml version="1.0" encoding="UTF-8" standalone="yes"?><Relationships xmlns="http://schemas.openxmlformats.org/package/2006/relationships"><Relationship Id="master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layout" Type="http://schemas.openxmlformats.org/officeDocument/2006/relationships/slideLayout" Target="../slideLayouts/slideLayout1.xml"/><Relationship Id="theme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 name="Local AI Workspa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layout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layout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layout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6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65760"/>
            <a:ext cx="11094720" cy="100584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s-ES" sz="3200">
                <a:solidFill>
                  <a:srgbClr val="1D2522"/>
                </a:solidFill>
                <a:latin typeface="Arial"/>
              </a:rPr>
              <a:t>Informe revisado</a:t>
            </a:r>
            <a:endParaRPr lang="es-ES"/>
          </a:p>
        </p:txBody>
      </p:sp>
      <p:sp>
        <p:nvSpPr>
          <p:cNvPr id="3" name="Body"/>
          <p:cNvSpPr txBox="1"/>
          <p:nvPr/>
        </p:nvSpPr>
        <p:spPr>
          <a:xfrm>
            <a:off x="548640" y="1554480"/>
            <a:ext cx="11094720" cy="475488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s-ES" sz="2200">
                <a:solidFill>
                  <a:srgbClr val="1D2522"/>
                </a:solidFill>
                <a:latin typeface="Arial"/>
              </a:rPr>
              <a:t>Contenido primero</a:t>
            </a:r>
            <a:endParaRPr lang="es-ES"/>
          </a:p>
          <a:p>
            <a:r>
              <a:rPr lang="es-ES" sz="2200">
                <a:solidFill>
                  <a:srgbClr val="1D2522"/>
                </a:solidFill>
                <a:latin typeface="Arial"/>
              </a:rPr>
              <a:t>Segunda línea</a:t>
            </a:r>
            <a:endParaRPr lang="es-ES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6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65760"/>
            <a:ext cx="11094720" cy="100584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s-ES" sz="3200">
                <a:solidFill>
                  <a:srgbClr val="1D2522"/>
                </a:solidFill>
                <a:latin typeface="Arial"/>
              </a:rPr>
              <a:t>Resumen</a:t>
            </a:r>
            <a:endParaRPr lang="es-ES"/>
          </a:p>
        </p:txBody>
      </p:sp>
      <p:sp>
        <p:nvSpPr>
          <p:cNvPr id="3" name="Body"/>
          <p:cNvSpPr txBox="1"/>
          <p:nvPr/>
        </p:nvSpPr>
        <p:spPr>
          <a:xfrm>
            <a:off x="548640" y="1554480"/>
            <a:ext cx="11094720" cy="475488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s-ES" sz="2200">
                <a:solidFill>
                  <a:srgbClr val="1D2522"/>
                </a:solidFill>
                <a:latin typeface="Arial"/>
              </a:rPr>
              <a:t>Álvaro: 42</a:t>
            </a:r>
            <a:endParaRPr lang="es-E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ocal AI Workspace">
  <a:themeElements>
    <a:clrScheme name="Local">
      <a:dk1>
        <a:srgbClr val="1D2522"/>
      </a:dk1>
      <a:lt1>
        <a:srgbClr val="FFFFFF"/>
      </a:lt1>
      <a:dk2>
        <a:srgbClr val="54605B"/>
      </a:dk2>
      <a:lt2>
        <a:srgbClr val="EFF1EE"/>
      </a:lt2>
      <a:accent1>
        <a:srgbClr val="3E746D"/>
      </a:accent1>
      <a:accent2>
        <a:srgbClr val="256D46"/>
      </a:accent2>
      <a:accent3>
        <a:srgbClr val="7A5D00"/>
      </a:accent3>
      <a:accent4>
        <a:srgbClr val="54605B"/>
      </a:accent4>
      <a:accent5>
        <a:srgbClr val="77817C"/>
      </a:accent5>
      <a:accent6>
        <a:srgbClr val="A5D8CE"/>
      </a:accent6>
      <a:hlink>
        <a:srgbClr val="3E746D"/>
      </a:hlink>
      <a:folHlink>
        <a:srgbClr val="54605B"/>
      </a:folHlink>
    </a:clrScheme>
    <a:fontScheme name="Loc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ocal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  <a:prstDash val="solid"/>
        </a:ln>
        <a:ln w="9525">
          <a:solidFill>
            <a:schemeClr val="phClr"/>
          </a:solidFill>
          <a:prstDash val="solid"/>
        </a:ln>
        <a:ln w="9525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