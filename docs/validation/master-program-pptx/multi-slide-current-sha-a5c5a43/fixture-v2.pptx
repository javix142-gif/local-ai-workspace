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master"/>
  </p:sldMasterIdLst>
  <p:sldIdLst>
    <p:sldId id="256" r:id="rId1"/>
    <p:sldId id="257" r:id="rId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master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Local AI Work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rIdImage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rIdImage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72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3200">
                <a:solidFill>
                  <a:srgbClr val="1D2522"/>
                </a:solidFill>
                <a:latin typeface="Arial"/>
              </a:rPr>
              <a:t>Primera</a:t>
            </a:r>
            <a:endParaRPr lang="es-ES"/>
          </a:p>
        </p:txBody>
      </p:sp>
      <p:sp>
        <p:nvSpPr>
          <p:cNvPr id="3" name="Body"/>
          <p:cNvSpPr txBox="1"/>
          <p:nvPr/>
        </p:nvSpPr>
        <p:spPr>
          <a:xfrm>
            <a:off x="548640" y="1554480"/>
            <a:ext cx="520000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>
                <a:solidFill>
                  <a:srgbClr val="1D2522"/>
                </a:solidFill>
                <a:latin typeface="Arial"/>
              </a:rPr>
              <a:t>Mapa rojo</a:t>
            </a:r>
            <a:endParaRPr lang="es-ES"/>
          </a:p>
        </p:txBody>
      </p:sp>
      <p:pic>
        <p:nvPicPr>
          <p:cNvPr id="4" name="Image 1" descr="Mapa rojo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6048640" y="2556920"/>
            <a:ext cx="5500000" cy="27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72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3200">
                <a:solidFill>
                  <a:srgbClr val="1D2522"/>
                </a:solidFill>
                <a:latin typeface="Arial"/>
              </a:rPr>
              <a:t>Segunda revisada</a:t>
            </a:r>
            <a:endParaRPr lang="es-ES"/>
          </a:p>
        </p:txBody>
      </p:sp>
      <p:sp>
        <p:nvSpPr>
          <p:cNvPr id="3" name="Body"/>
          <p:cNvSpPr txBox="1"/>
          <p:nvPr/>
        </p:nvSpPr>
        <p:spPr>
          <a:xfrm>
            <a:off x="548640" y="1554480"/>
            <a:ext cx="520000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>
                <a:solidFill>
                  <a:srgbClr val="1D2522"/>
                </a:solidFill>
                <a:latin typeface="Arial"/>
              </a:rPr>
              <a:t>Mapa azul</a:t>
            </a:r>
            <a:endParaRPr lang="es-ES"/>
          </a:p>
        </p:txBody>
      </p:sp>
      <p:pic>
        <p:nvPicPr>
          <p:cNvPr id="4" name="Image 2" descr="Mapa azul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6048640" y="2556920"/>
            <a:ext cx="5500000" cy="27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ocal AI Workspace">
  <a:themeElements>
    <a:clrScheme name="Local">
      <a:dk1>
        <a:srgbClr val="1D2522"/>
      </a:dk1>
      <a:lt1>
        <a:srgbClr val="FFFFFF"/>
      </a:lt1>
      <a:dk2>
        <a:srgbClr val="54605B"/>
      </a:dk2>
      <a:lt2>
        <a:srgbClr val="EFF1EE"/>
      </a:lt2>
      <a:accent1>
        <a:srgbClr val="3E746D"/>
      </a:accent1>
      <a:accent2>
        <a:srgbClr val="256D46"/>
      </a:accent2>
      <a:accent3>
        <a:srgbClr val="7A5D00"/>
      </a:accent3>
      <a:accent4>
        <a:srgbClr val="54605B"/>
      </a:accent4>
      <a:accent5>
        <a:srgbClr val="77817C"/>
      </a:accent5>
      <a:accent6>
        <a:srgbClr val="A5D8CE"/>
      </a:accent6>
      <a:hlink>
        <a:srgbClr val="3E746D"/>
      </a:hlink>
      <a:folHlink>
        <a:srgbClr val="54605B"/>
      </a:folHlink>
    </a:clrScheme>
    <a:fontScheme name="Lo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oc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