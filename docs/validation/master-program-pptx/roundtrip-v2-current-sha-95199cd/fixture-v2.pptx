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rId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master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ocal AI Wor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rIdImage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Informe revisado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520000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España y una imagen local.</a:t>
            </a:r>
            <a:endParaRPr lang="es-ES"/>
          </a:p>
        </p:txBody>
      </p:sp>
      <p:pic>
        <p:nvPicPr>
          <p:cNvPr id="4" name="Image 1" descr="Mapa &amp; dato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6048640" y="2556920"/>
            <a:ext cx="5500000" cy="27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ocal AI Workspace">
  <a:themeElements>
    <a:clrScheme name="Local">
      <a:dk1>
        <a:srgbClr val="1D2522"/>
      </a:dk1>
      <a:lt1>
        <a:srgbClr val="FFFFFF"/>
      </a:lt1>
      <a:dk2>
        <a:srgbClr val="54605B"/>
      </a:dk2>
      <a:lt2>
        <a:srgbClr val="EFF1EE"/>
      </a:lt2>
      <a:accent1>
        <a:srgbClr val="3E746D"/>
      </a:accent1>
      <a:accent2>
        <a:srgbClr val="256D46"/>
      </a:accent2>
      <a:accent3>
        <a:srgbClr val="7A5D00"/>
      </a:accent3>
      <a:accent4>
        <a:srgbClr val="54605B"/>
      </a:accent4>
      <a:accent5>
        <a:srgbClr val="77817C"/>
      </a:accent5>
      <a:accent6>
        <a:srgbClr val="A5D8CE"/>
      </a:accent6>
      <a:hlink>
        <a:srgbClr val="3E746D"/>
      </a:hlink>
      <a:folHlink>
        <a:srgbClr val="54605B"/>
      </a:folHlink>
    </a:clrScheme>
    <a:fontScheme name="Lo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oc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