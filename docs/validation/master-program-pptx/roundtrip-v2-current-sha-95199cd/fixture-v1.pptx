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rIdImage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Informe visual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520000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España y una imagen local.</a:t>
            </a:r>
            <a:endParaRPr lang="es-ES"/>
          </a:p>
        </p:txBody>
      </p:sp>
      <p:pic>
        <p:nvPicPr>
          <p:cNvPr id="4" name="Image 1" descr="Mapa &amp; datos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048640" y="2556920"/>
            <a:ext cx="5500000" cy="27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