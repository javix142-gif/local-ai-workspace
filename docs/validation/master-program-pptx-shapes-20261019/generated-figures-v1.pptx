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"/>
  </p:sldMasterIdLst>
  <p:sldIdLst>
    <p:sldId id="256" r:id="rId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master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Local AI Work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9472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3200">
                <a:solidFill>
                  <a:srgbClr val="1D2522"/>
                </a:solidFill>
                <a:latin typeface="Arial"/>
              </a:rPr>
              <a:t>Flujo</a:t>
            </a:r>
            <a:endParaRPr lang="es-ES"/>
          </a:p>
        </p:txBody>
      </p:sp>
      <p:sp>
        <p:nvSpPr>
          <p:cNvPr id="3" name="Body"/>
          <p:cNvSpPr txBox="1"/>
          <p:nvPr/>
        </p:nvSpPr>
        <p:spPr>
          <a:xfrm>
            <a:off x="548640" y="1554480"/>
            <a:ext cx="11094720" cy="47548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s-ES" sz="2200">
                <a:solidFill>
                  <a:srgbClr val="1D2522"/>
                </a:solidFill>
                <a:latin typeface="Arial"/>
              </a:rPr>
              <a:t>Entrada, revisión y resultado.</a:t>
            </a:r>
            <a:endParaRPr lang="es-ES"/>
          </a:p>
        </p:txBody>
      </p:sp>
      <p:sp>
        <p:nvSpPr>
          <p:cNvPr id="5" name="Figure 1" descr="Entrada &amp; revisión"/>
          <p:cNvSpPr/>
          <p:nvPr/>
        </p:nvSpPr>
        <p:spPr>
          <a:xfrm>
            <a:off x="1219200" y="1371600"/>
            <a:ext cx="3657600" cy="1234440"/>
          </a:xfrm>
          <a:prstGeom prst="rect">
            <a:avLst/>
          </a:prstGeom>
          <a:solidFill>
            <a:srgbClr val="3E746D"/>
          </a:solidFill>
          <a:ln w="19050">
            <a:solidFill>
              <a:srgbClr val="1D2522"/>
            </a:solidFill>
            <a:prstDash val="solid"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s-ES" sz="1200" b="1">
                <a:solidFill>
                  <a:srgbClr val="FFFFFF"/>
                </a:solidFill>
                <a:latin typeface="Arial"/>
              </a:rPr>
              <a:t>Entrada</a:t>
            </a:r>
            <a:endParaRPr lang="es-ES"/>
          </a:p>
        </p:txBody>
      </p:sp>
      <p:sp>
        <p:nvSpPr>
          <p:cNvPr id="6" name="Figure 2" descr="Resultado aprobado"/>
          <p:cNvSpPr/>
          <p:nvPr/>
        </p:nvSpPr>
        <p:spPr>
          <a:xfrm>
            <a:off x="7315200" y="4251960"/>
            <a:ext cx="3048000" cy="137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D2522"/>
            </a:solidFill>
            <a:prstDash val="solid"/>
          </a:ln>
        </p:spPr>
        <p:txBody>
          <a:bodyPr wrap="square" lIns="45720" tIns="22860" rIns="45720" bIns="22860" anchor="ctr">
            <a:normAutofit/>
          </a:bodyPr>
          <a:lstStyle/>
          <a:p>
            <a:pPr algn="ctr"/>
            <a:r>
              <a:rPr lang="es-ES" sz="1200" b="1">
                <a:solidFill>
                  <a:srgbClr val="000000"/>
                </a:solidFill>
                <a:latin typeface="Arial"/>
              </a:rPr>
              <a:t>Aprobado</a:t>
            </a:r>
            <a:endParaRPr lang="es-ES"/>
          </a:p>
        </p:txBody>
      </p:sp>
      <p:sp>
        <p:nvSpPr>
          <p:cNvPr id="7" name="Figure 3" descr="Revisión pendiente"/>
          <p:cNvSpPr/>
          <p:nvPr/>
        </p:nvSpPr>
        <p:spPr>
          <a:xfrm>
            <a:off x="1219200" y="4800600"/>
            <a:ext cx="3048000" cy="685800"/>
          </a:xfrm>
          <a:prstGeom prst="roundRect">
            <a:avLst/>
          </a:prstGeom>
          <a:solidFill>
            <a:srgbClr val="3E746D"/>
          </a:solidFill>
          <a:ln w="19050">
            <a:solidFill>
              <a:srgbClr val="1D25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Figure 4" descr="Decisión requerida"/>
          <p:cNvSpPr/>
          <p:nvPr/>
        </p:nvSpPr>
        <p:spPr>
          <a:xfrm>
            <a:off x="8534400" y="685800"/>
            <a:ext cx="2438400" cy="1714500"/>
          </a:xfrm>
          <a:prstGeom prst="triangle">
            <a:avLst/>
          </a:prstGeom>
          <a:solidFill>
            <a:srgbClr val="3E746D"/>
          </a:solidFill>
          <a:ln w="19050">
            <a:solidFill>
              <a:srgbClr val="1D2522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cal AI Workspace">
  <a:themeElements>
    <a:clrScheme name="Local">
      <a:dk1>
        <a:srgbClr val="1D2522"/>
      </a:dk1>
      <a:lt1>
        <a:srgbClr val="FFFFFF"/>
      </a:lt1>
      <a:dk2>
        <a:srgbClr val="54605B"/>
      </a:dk2>
      <a:lt2>
        <a:srgbClr val="EFF1EE"/>
      </a:lt2>
      <a:accent1>
        <a:srgbClr val="3E746D"/>
      </a:accent1>
      <a:accent2>
        <a:srgbClr val="256D46"/>
      </a:accent2>
      <a:accent3>
        <a:srgbClr val="7A5D00"/>
      </a:accent3>
      <a:accent4>
        <a:srgbClr val="54605B"/>
      </a:accent4>
      <a:accent5>
        <a:srgbClr val="77817C"/>
      </a:accent5>
      <a:accent6>
        <a:srgbClr val="A5D8CE"/>
      </a:accent6>
      <a:hlink>
        <a:srgbClr val="3E746D"/>
      </a:hlink>
      <a:folHlink>
        <a:srgbClr val="54605B"/>
      </a:folHlink>
    </a:clrScheme>
    <a:fontScheme name="Lo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oc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